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40-word cap on the definition is the discipline of this layout: everything longer belongs in the breakdown rows or in your narration, not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callout lines short and never crossing — if a line has to travel, move the callout, not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image must earn 42% of the slide: real, high-resolution, and with a calm zone. If you're tempted to shrink it to fit more text, this is the wrong layout — use J1.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claim aloud before showing the band. If the images don't visibly back the sentence, they're decoration — swap them or cut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 the four photos to the same visual weight before skewing — one busy image in a tilted row breaks the rhythm twice as loudly.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the cascade deliberately — smallest to largest reads as approach, largest to smallest as departure. Pick one and load the photos to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Crop all five photos as circles with the subject centered — an off-center subject inside a circle reads as a mistake, not a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safest layout in the deck — when in doubt, editorial rows. It scales to three rows if the paragraphs shrink to two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Left-to-right is the timeline; never break it. If a moment needs more than a one-line caption, it has outgrown the strip — promote it to H1 photo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every card the same portrait crop. Name each card verbally as you gesture across the fan — the layout is built for that sweep.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 tile sits at position two, where the eye lands second — it introduces the set after the first image has already hooked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Vary frame heights, never widths — the rail plus equal widths is what keeps the stagger from reading as misalignment. Perfect for retrospectives and team-year-in-review closers.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image" Target="../media/image-10-4.png"/><Relationship Id="rId7" Type="http://schemas.openxmlformats.org/officeDocument/2006/relationships/image" Target="../media/image-10-4.png"/><Relationship Id="rId8" Type="http://schemas.openxmlformats.org/officeDocument/2006/relationships/image" Target="../media/image-10-4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image" Target="../media/image-17-1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4300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4  ·  COMBINATION LAYOUTS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30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Bank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3200400"/>
            <a:ext cx="9079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layouts that hold a concept's words AND its pictures — title, definition, breakdown, and image frames, all pre-placed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4434840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7" name="Image 0" descr="/home/user/Tina/template-bank/assets/fon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5055" y="45709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5648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Text-Led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755648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intro · Center image · Split hero · Statement + band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62272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4434840"/>
            <a:ext cx="566928" cy="566928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2" name="Image 1" descr="/home/user/Tina/template-bank/assets/balanc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367" y="45709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94960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Balanced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394960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strips · Arc cascade · Wave circles · Editorial rows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101584" y="416052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8357616" y="4434840"/>
            <a:ext cx="566928" cy="566928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17" name="Image 2" descr="/home/user/Tina/template-bank/assets/imag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679" y="45709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34272" y="440740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Image-Led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34272" y="4736592"/>
            <a:ext cx="2450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strip · Fan · Mosaic + text tile · Gallery wall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822960" y="603504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placeholders tell you what to write · image frames tell you what to shoot — nothing arrives empty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leads — the words or the pictures?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layout carries the same four text parts (below). What changes is the balance of ink to image.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3639312" cy="37490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63040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20240"/>
            <a:ext cx="3639312" cy="4572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36776"/>
            <a:ext cx="566928" cy="566928"/>
          </a:xfrm>
          <a:prstGeom prst="ellipse">
            <a:avLst/>
          </a:prstGeom>
          <a:solidFill>
            <a:srgbClr val="3A5787"/>
          </a:solidFill>
          <a:ln/>
        </p:spPr>
      </p:sp>
      <p:pic>
        <p:nvPicPr>
          <p:cNvPr id="9" name="Image 0" descr="/home/user/Tina/template-bank/assets/fon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72839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62763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J  ·  4 LAYOUTS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435608" y="18470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Text-Led</a:t>
            </a:r>
            <a:endParaRPr lang="en-US" sz="1550" dirty="0"/>
          </a:p>
        </p:txBody>
      </p:sp>
      <p:sp>
        <p:nvSpPr>
          <p:cNvPr id="12" name="Text 9"/>
          <p:cNvSpPr txBox="1"/>
          <p:nvPr/>
        </p:nvSpPr>
        <p:spPr>
          <a:xfrm>
            <a:off x="758952" y="254203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words teach; the image anchors.”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758952" y="315468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 concept — a definition paragraph with breakdown structure, and one strong image for grounding.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" y="42519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" y="450799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intro · Center image · Split hero · Statement + band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25112" y="1463040"/>
            <a:ext cx="3639312" cy="37490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7" name="Shape 14"/>
          <p:cNvSpPr/>
          <p:nvPr/>
        </p:nvSpPr>
        <p:spPr>
          <a:xfrm>
            <a:off x="4325112" y="1463040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5B7699"/>
          </a:solidFill>
          <a:ln/>
        </p:spPr>
      </p:sp>
      <p:sp>
        <p:nvSpPr>
          <p:cNvPr id="18" name="Shape 15"/>
          <p:cNvSpPr/>
          <p:nvPr/>
        </p:nvSpPr>
        <p:spPr>
          <a:xfrm>
            <a:off x="4325112" y="1920240"/>
            <a:ext cx="3639312" cy="457200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19" name="Shape 16"/>
          <p:cNvSpPr/>
          <p:nvPr/>
        </p:nvSpPr>
        <p:spPr>
          <a:xfrm>
            <a:off x="4553712" y="1636776"/>
            <a:ext cx="566928" cy="566928"/>
          </a:xfrm>
          <a:prstGeom prst="ellipse">
            <a:avLst/>
          </a:prstGeom>
          <a:solidFill>
            <a:srgbClr val="6E87A8"/>
          </a:solidFill>
          <a:ln/>
        </p:spPr>
      </p:sp>
      <p:pic>
        <p:nvPicPr>
          <p:cNvPr id="20" name="Image 1" descr="/home/user/Tina/template-bank/assets/balanc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75" y="1772839"/>
            <a:ext cx="294803" cy="294803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257800" y="162763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K  ·  4 LAYOUTS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5257800" y="18470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4581144" y="254203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“Words and pictures share the frame.”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4581144" y="315468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of results or facets — each image travels with its own stat, name, and two lines of text.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581144" y="42519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81144" y="450799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strips · Arc cascade · Wave circles · Editorial rows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8147304" y="1463040"/>
            <a:ext cx="3639312" cy="37490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28" name="Shape 24"/>
          <p:cNvSpPr/>
          <p:nvPr/>
        </p:nvSpPr>
        <p:spPr>
          <a:xfrm>
            <a:off x="8147304" y="1463040"/>
            <a:ext cx="3639312" cy="914400"/>
          </a:xfrm>
          <a:prstGeom prst="roundRect">
            <a:avLst>
              <a:gd name="adj" fmla="val 7000"/>
            </a:avLst>
          </a:prstGeom>
          <a:solidFill>
            <a:srgbClr val="9E3B3B"/>
          </a:solidFill>
          <a:ln/>
        </p:spPr>
      </p:sp>
      <p:sp>
        <p:nvSpPr>
          <p:cNvPr id="29" name="Shape 25"/>
          <p:cNvSpPr/>
          <p:nvPr/>
        </p:nvSpPr>
        <p:spPr>
          <a:xfrm>
            <a:off x="8147304" y="1920240"/>
            <a:ext cx="3639312" cy="457200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0" name="Shape 26"/>
          <p:cNvSpPr/>
          <p:nvPr/>
        </p:nvSpPr>
        <p:spPr>
          <a:xfrm>
            <a:off x="8375904" y="1636776"/>
            <a:ext cx="566928" cy="566928"/>
          </a:xfrm>
          <a:prstGeom prst="ellipse">
            <a:avLst/>
          </a:prstGeom>
          <a:solidFill>
            <a:srgbClr val="AF5252"/>
          </a:solidFill>
          <a:ln/>
        </p:spPr>
      </p:sp>
      <p:pic>
        <p:nvPicPr>
          <p:cNvPr id="31" name="Image 2" descr="/home/user/Tina/template-bank/assets/imag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967" y="1772839"/>
            <a:ext cx="294803" cy="294803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9079992" y="162763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  ·  4 LAYOUTS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9079992" y="184708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Image-Led</a:t>
            </a:r>
            <a:endParaRPr lang="en-US" sz="1550" dirty="0"/>
          </a:p>
        </p:txBody>
      </p:sp>
      <p:sp>
        <p:nvSpPr>
          <p:cNvPr id="34" name="Text 29"/>
          <p:cNvSpPr txBox="1"/>
          <p:nvPr/>
        </p:nvSpPr>
        <p:spPr>
          <a:xfrm>
            <a:off x="8403336" y="2542032"/>
            <a:ext cx="3127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pictures carry it; text captions.”</a:t>
            </a:r>
            <a:endParaRPr lang="en-US" sz="1250" dirty="0"/>
          </a:p>
        </p:txBody>
      </p:sp>
      <p:sp>
        <p:nvSpPr>
          <p:cNvPr id="35" name="Text 30"/>
          <p:cNvSpPr txBox="1"/>
          <p:nvPr/>
        </p:nvSpPr>
        <p:spPr>
          <a:xfrm>
            <a:off x="8403336" y="3154680"/>
            <a:ext cx="31272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Galleries, journeys, and collections — many images arranged with intent, text reduced to captions.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8403336" y="42519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FAMILY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403336" y="4507992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strip · Fan spread · Mosaic + text tile · Gallery wall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502920" y="5440680"/>
            <a:ext cx="11183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ANATOMY — the same four placeholders, in every layout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02920" y="5742432"/>
            <a:ext cx="2688336" cy="566928"/>
          </a:xfrm>
          <a:prstGeom prst="roundRect">
            <a:avLst>
              <a:gd name="adj" fmla="val 12903"/>
            </a:avLst>
          </a:prstGeom>
          <a:solidFill>
            <a:srgbClr val="DEE5F0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649224" y="58155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TITLE</a:t>
            </a:r>
            <a:endParaRPr lang="en-US" sz="950" dirty="0"/>
          </a:p>
        </p:txBody>
      </p:sp>
      <p:sp>
        <p:nvSpPr>
          <p:cNvPr id="41" name="Text 36"/>
          <p:cNvSpPr txBox="1"/>
          <p:nvPr/>
        </p:nvSpPr>
        <p:spPr>
          <a:xfrm>
            <a:off x="649224" y="6016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concept, in plain words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3355848" y="5742432"/>
            <a:ext cx="2688336" cy="566928"/>
          </a:xfrm>
          <a:prstGeom prst="roundRect">
            <a:avLst>
              <a:gd name="adj" fmla="val 12903"/>
            </a:avLst>
          </a:prstGeom>
          <a:solidFill>
            <a:srgbClr val="DEE5F0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3502152" y="58155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DEFINITION</a:t>
            </a:r>
            <a:endParaRPr lang="en-US" sz="950" dirty="0"/>
          </a:p>
        </p:txBody>
      </p:sp>
      <p:sp>
        <p:nvSpPr>
          <p:cNvPr id="44" name="Text 39"/>
          <p:cNvSpPr txBox="1"/>
          <p:nvPr/>
        </p:nvSpPr>
        <p:spPr>
          <a:xfrm>
            <a:off x="3502152" y="6016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sentences, under 40 words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6208776" y="5742432"/>
            <a:ext cx="2688336" cy="566928"/>
          </a:xfrm>
          <a:prstGeom prst="roundRect">
            <a:avLst>
              <a:gd name="adj" fmla="val 12903"/>
            </a:avLst>
          </a:prstGeom>
          <a:solidFill>
            <a:srgbClr val="DEE5F0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6355080" y="58155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BREAKDOWN</a:t>
            </a:r>
            <a:endParaRPr lang="en-US" sz="950" dirty="0"/>
          </a:p>
        </p:txBody>
      </p:sp>
      <p:sp>
        <p:nvSpPr>
          <p:cNvPr id="47" name="Text 42"/>
          <p:cNvSpPr txBox="1"/>
          <p:nvPr/>
        </p:nvSpPr>
        <p:spPr>
          <a:xfrm>
            <a:off x="6355080" y="6016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named parts, one line each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9061704" y="5742432"/>
            <a:ext cx="2688336" cy="566928"/>
          </a:xfrm>
          <a:prstGeom prst="roundRect">
            <a:avLst>
              <a:gd name="adj" fmla="val 12903"/>
            </a:avLst>
          </a:prstGeom>
          <a:solidFill>
            <a:srgbClr val="DEE5F0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9208008" y="581558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CAPTION</a:t>
            </a:r>
            <a:endParaRPr lang="en-US" sz="950" dirty="0"/>
          </a:p>
        </p:txBody>
      </p:sp>
      <p:sp>
        <p:nvSpPr>
          <p:cNvPr id="50" name="Text 45"/>
          <p:cNvSpPr txBox="1"/>
          <p:nvPr/>
        </p:nvSpPr>
        <p:spPr>
          <a:xfrm>
            <a:off x="9208008" y="601675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every image: what it proves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445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J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Text-Led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introducing a concept: the definition paragraph does the teaching, the breakdown gives it structure, and one strong image keeps it concrete. The words lead; the picture anchors.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font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· Concept Intro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+ breakdown left, hero image right.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bullsey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Center Image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in the middle; text orbits it.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column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Split Hero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Full-height image beside a clean text panel.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comments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· Statement + Band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bold claim, a paragraph, an image band.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J1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Intro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— introduce any new concept: define it, break it down, ground 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TEXT-LED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813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71907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[Concept name — in plain words]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897880" cy="1097280"/>
          </a:xfrm>
          <a:prstGeom prst="roundRect">
            <a:avLst>
              <a:gd name="adj" fmla="val 5833"/>
            </a:avLst>
          </a:prstGeom>
          <a:solidFill>
            <a:srgbClr val="DEE5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432304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[Definition · 2–3 sentences in plain language: what it is, what it does on the job, and why this audience should care. Under 40 words — the breakdown below carries the detail.]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118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BREAKDOWN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384048" cy="38404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89534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1 — name it]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69664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covers, in the learner's words.]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384048" cy="384048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6451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2 — name it]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919472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covers, in the learner's words.]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413248"/>
            <a:ext cx="384048" cy="384048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3949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3 — name it]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66928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covers, in the learner's words.]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481328"/>
            <a:ext cx="4919472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5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3250692"/>
            <a:ext cx="640080" cy="6400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6876288" y="3845052"/>
            <a:ext cx="4700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 or screenshot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in its natural habitat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5989320"/>
            <a:ext cx="4919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this image proves about the concept.]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9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introduce any new concept — definition first, breakdown for structure, one accurate image so it never stays abstract.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J2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Image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in the middle — four text callouts orbit the thing itself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TEXT-LED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183112" cy="658368"/>
          </a:xfrm>
          <a:prstGeom prst="roundRect">
            <a:avLst>
              <a:gd name="adj" fmla="val 9722"/>
            </a:avLst>
          </a:prstGeom>
          <a:solidFill>
            <a:srgbClr val="DEE5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41732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[Definition · one or two sentences framing what sits in the middle — and why every part around it matters.]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2331720"/>
            <a:ext cx="3840480" cy="3017520"/>
          </a:xfrm>
          <a:prstGeom prst="roundRect">
            <a:avLst>
              <a:gd name="adj" fmla="val 1818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392424"/>
            <a:ext cx="640080" cy="640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270248" y="3986784"/>
            <a:ext cx="362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thing itself, centered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160520" y="5440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name exactly what we are looking at.]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1 — name it]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651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does, or what to notice about it in the image.]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822192" y="2743200"/>
            <a:ext cx="33832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05656" y="2825496"/>
            <a:ext cx="109728" cy="1097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292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2 — name it]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4389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does, or what to notice about it in the image.]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22192" y="4480560"/>
            <a:ext cx="33832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05656" y="4562856"/>
            <a:ext cx="109728" cy="109728"/>
          </a:xfrm>
          <a:prstGeom prst="ellipse">
            <a:avLst/>
          </a:prstGeom>
          <a:solidFill>
            <a:srgbClr val="5B769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45820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3 — name it]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26517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does, or what to notice about it in the image.]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 flipH="1">
            <a:off x="8001000" y="2743200"/>
            <a:ext cx="38404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46136" y="2825496"/>
            <a:ext cx="109728" cy="109728"/>
          </a:xfrm>
          <a:prstGeom prst="ellipse">
            <a:avLst/>
          </a:prstGeom>
          <a:solidFill>
            <a:srgbClr val="3A578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45820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4 — name it]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8458200" y="43891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— what this part does, or what to notice about it in the image.]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 flipH="1">
            <a:off x="8001000" y="4480560"/>
            <a:ext cx="384048" cy="137160"/>
          </a:xfrm>
          <a:prstGeom prst="line">
            <a:avLst/>
          </a:prstGeom>
          <a:noFill/>
          <a:ln w="15875">
            <a:solidFill>
              <a:srgbClr val="AEB7C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46136" y="4562856"/>
            <a:ext cx="109728" cy="109728"/>
          </a:xfrm>
          <a:prstGeom prst="ellipse">
            <a:avLst/>
          </a:prstGeom>
          <a:solidFill>
            <a:srgbClr val="9E3B3B"/>
          </a:solidFill>
          <a:ln/>
        </p:spPr>
      </p:sp>
      <p:sp>
        <p:nvSpPr>
          <p:cNvPr id="29" name="Shape 2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0" name="Image 1" descr="/home/user/Tina/template-bank/assets/lightbulb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thing has parts worth naming — put its image in the middle and let the text orbit, close enough to point.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66360" cy="6858000"/>
          </a:xfrm>
          <a:prstGeom prst="roundRect">
            <a:avLst>
              <a:gd name="adj" fmla="val 1062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140" y="2980944"/>
            <a:ext cx="640080" cy="640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" y="3575304"/>
            <a:ext cx="4946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image, full height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with a calm area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 breathe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623560" y="457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J3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TEXT-LED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623560" y="7498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Hero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2435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slide is image, half is words — nothing competes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623560" y="1920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[Concept name — in plain words]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46888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[Definition · 2–3 sentences. The image on the left sets the scene; this paragraph says what the scene means. Keep them talking about the same thing.]</a:t>
            </a:r>
            <a:endParaRPr lang="en-US" sz="1150" dirty="0"/>
          </a:p>
        </p:txBody>
      </p:sp>
      <p:pic>
        <p:nvPicPr>
          <p:cNvPr id="12" name="Image 1" descr="/home/user/Tina/template-bank/assets/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35387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016752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1 — name it]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73252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of detail]</a:t>
            </a:r>
            <a:endParaRPr lang="en-US" sz="1050" dirty="0"/>
          </a:p>
        </p:txBody>
      </p:sp>
      <p:pic>
        <p:nvPicPr>
          <p:cNvPr id="15" name="Image 2" descr="/home/user/Tina/template-bank/assets/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41970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016752" y="4178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2 — name it]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732520" y="4178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of detail]</a:t>
            </a:r>
            <a:endParaRPr lang="en-US" sz="1050" dirty="0"/>
          </a:p>
        </p:txBody>
      </p:sp>
      <p:pic>
        <p:nvPicPr>
          <p:cNvPr id="18" name="Image 3" descr="/home/user/Tina/template-bank/assets/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48554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016752" y="48371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[Part 3 — name it]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73252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 of detail]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623560" y="5577840"/>
            <a:ext cx="6062472" cy="566928"/>
          </a:xfrm>
          <a:prstGeom prst="roundRect">
            <a:avLst>
              <a:gd name="adj" fmla="val 14516"/>
            </a:avLst>
          </a:prstGeom>
          <a:solidFill>
            <a:srgbClr val="F1E5E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852160" y="5577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+XX%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5577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one number that makes this concept worth the room's time]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62356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5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512" y="6452464"/>
            <a:ext cx="170993" cy="1709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035040" y="6382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strong image can hold half the slide — give it the space, and keep every word in the other half.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J4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+ Band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bold claim, one supporting paragraph, three images as evidence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· TEXT-LED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54480"/>
            <a:ext cx="11183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takeaway in one bold sentence — say the point, not the topic.]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2316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[Supporting paragraph · 3–4 sentences that earn the claim above: the situation, what changed, and what the evidence below shows. This is the only paragraph on the slide — let it work.]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3639312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536" y="3986784"/>
            <a:ext cx="640080" cy="6400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12648" y="4581144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1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decoration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669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this image proves]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25112" y="3291840"/>
            <a:ext cx="3639312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4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3986784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34840" y="4581144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2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decoration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4325112" y="5669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this image proves]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147304" y="3291840"/>
            <a:ext cx="3639312" cy="2286000"/>
          </a:xfrm>
          <a:prstGeom prst="roundRect">
            <a:avLst>
              <a:gd name="adj" fmla="val 240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8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986784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57032" y="4581144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3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decoration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147304" y="5669280"/>
            <a:ext cx="3639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this image proves]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2" name="Image 3" descr="/home/user/Tina/template-bank/assets/lightbulb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point to land and pictures to prove it — claim first, paragraph second, evidence band third.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B76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7E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of results, facets, or places — every image travels with its own stat, name, and two lines of text. The arrangement adds energy; the text keeps it honest.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exchange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· Tilted Strips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skewed image columns, stat + text under each.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route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· Arc Cascade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 left, images sweeping an arc right.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circles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· Wave Circles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circular images riding a wave band.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thlist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· Editorial Rows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Image-text, text-image — the magazine spread.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K1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Tilted Strips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results, four skewed image columns — motion without chaos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BALANCED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[Optional intro — one sentence naming what these four results have in common.]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697480" cy="2514600"/>
          </a:xfrm>
          <a:prstGeom prst="parallelogram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9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7432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3364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 tall crop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4526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+XX%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010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name]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5303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moved, and the one action that moved it.]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355848" y="1783080"/>
            <a:ext cx="2697480" cy="2514600"/>
          </a:xfrm>
          <a:prstGeom prst="parallelogram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5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0268" y="274320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75888" y="3364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 tall crop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3355848" y="4526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+XX%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3355848" y="5010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name]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3355848" y="5303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moved, and the one action that moved it.]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208776" y="1783080"/>
            <a:ext cx="2697480" cy="2514600"/>
          </a:xfrm>
          <a:prstGeom prst="parallelogram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1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196" y="274320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28816" y="3364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 tall crop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6208776" y="4526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+XX%</a:t>
            </a:r>
            <a:endParaRPr lang="en-US" sz="2400" dirty="0"/>
          </a:p>
        </p:txBody>
      </p:sp>
      <p:sp>
        <p:nvSpPr>
          <p:cNvPr id="24" name="Text 19"/>
          <p:cNvSpPr txBox="1"/>
          <p:nvPr/>
        </p:nvSpPr>
        <p:spPr>
          <a:xfrm>
            <a:off x="6208776" y="5010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name]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6208776" y="5303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moved, and the one action that moved it.]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9061704" y="1783080"/>
            <a:ext cx="2697480" cy="2514600"/>
          </a:xfrm>
          <a:prstGeom prst="parallelogram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7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743200"/>
            <a:ext cx="548640" cy="5486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81744" y="3364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 tall crop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9061704" y="4526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+XX%</a:t>
            </a:r>
            <a:endParaRPr lang="en-US" sz="2400" dirty="0"/>
          </a:p>
        </p:txBody>
      </p:sp>
      <p:sp>
        <p:nvSpPr>
          <p:cNvPr id="30" name="Text 24"/>
          <p:cNvSpPr txBox="1"/>
          <p:nvPr/>
        </p:nvSpPr>
        <p:spPr>
          <a:xfrm>
            <a:off x="9061704" y="50109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name]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9061704" y="5303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moved, and the one action that moved it.]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3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wins share a stage — the skew adds momentum, and every image still carries its own stat and two honest lines.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2834640"/>
            <a:ext cx="9692640" cy="12435840"/>
          </a:xfrm>
          <a:prstGeom prst="ellipse">
            <a:avLst/>
          </a:prstGeom>
          <a:solidFill>
            <a:srgbClr val="E6ECF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K2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Cascade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 left, five images sweeping an arc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BALANCED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002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[Concept or place name]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14884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[Definition · 2–3 sentences: what this place, program, or portfolio is — and what the cascade of images at right walks the viewer through.]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429000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0" descr="/home/user/Tina/template-bank/assets/users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354330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280160" y="3383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23160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3429000"/>
            <a:ext cx="457200" cy="457200"/>
          </a:xfrm>
          <a:prstGeom prst="ellipse">
            <a:avLst/>
          </a:prstGeom>
          <a:solidFill>
            <a:srgbClr val="5B7699"/>
          </a:solidFill>
          <a:ln/>
        </p:spPr>
      </p:sp>
      <p:pic>
        <p:nvPicPr>
          <p:cNvPr id="17" name="Image 1" descr="/home/user/Tina/template-bank/assets/chart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3543300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200400" y="3383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260604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343400" y="3246120"/>
            <a:ext cx="178308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/>
        </p:spPr>
      </p:sp>
      <p:sp>
        <p:nvSpPr>
          <p:cNvPr id="21" name="Shape 17"/>
          <p:cNvSpPr/>
          <p:nvPr/>
        </p:nvSpPr>
        <p:spPr>
          <a:xfrm>
            <a:off x="4526280" y="3429000"/>
            <a:ext cx="457200" cy="457200"/>
          </a:xfrm>
          <a:prstGeom prst="ellipse">
            <a:avLst/>
          </a:prstGeom>
          <a:solidFill>
            <a:srgbClr val="9E3B3B"/>
          </a:solidFill>
          <a:ln/>
        </p:spPr>
      </p:sp>
      <p:pic>
        <p:nvPicPr>
          <p:cNvPr id="22" name="Image 2" descr="/home/user/Tina/template-bank/assets/bullseye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3543300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20640" y="3383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452628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[metric label]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48006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[Closing line — the invitation: what to look for as the images sweep down the arc.]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315200" y="1097280"/>
            <a:ext cx="1325880" cy="960120"/>
          </a:xfrm>
          <a:prstGeom prst="roundRect">
            <a:avLst>
              <a:gd name="adj" fmla="val 5714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7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723" y="1442923"/>
            <a:ext cx="268834" cy="26883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229600" y="1847088"/>
            <a:ext cx="1463040" cy="1051560"/>
          </a:xfrm>
          <a:prstGeom prst="roundRect">
            <a:avLst>
              <a:gd name="adj" fmla="val 521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9" name="Image 4" descr="/home/user/Tina/template-bank/assets/camera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3902" y="2225650"/>
            <a:ext cx="294437" cy="294437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961120" y="2724912"/>
            <a:ext cx="1600200" cy="1188720"/>
          </a:xfrm>
          <a:prstGeom prst="roundRect">
            <a:avLst>
              <a:gd name="adj" fmla="val 4615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1" name="Image 5" descr="/home/user/Tina/template-bank/assets/camera-gr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4799" y="3152851"/>
            <a:ext cx="332842" cy="33284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9464040" y="3749040"/>
            <a:ext cx="1737360" cy="1280160"/>
          </a:xfrm>
          <a:prstGeom prst="roundRect">
            <a:avLst>
              <a:gd name="adj" fmla="val 4286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3" name="Image 6" descr="/home/user/Tina/template-bank/assets/camera-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3498" y="4209898"/>
            <a:ext cx="358445" cy="35844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9646920" y="4828032"/>
            <a:ext cx="1828800" cy="1298448"/>
          </a:xfrm>
          <a:prstGeom prst="roundRect">
            <a:avLst>
              <a:gd name="adj" fmla="val 4225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5" name="Image 7" descr="/home/user/Tina/template-bank/assets/camera-gra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9537" y="5167457"/>
            <a:ext cx="363565" cy="36356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756648" y="5623560"/>
            <a:ext cx="16093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8" name="Image 8" descr="/home/user/Tina/template-bank/assets/lightbulb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images tell one story with a direction — the arc gives the eye a path, the text block says why the journey matters.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K3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Circles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facets riding one wave — softer than a grid, calmer than a collage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BALANCED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[Definition · one sentence naming what these five facets belong to.]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-274320" y="2880360"/>
            <a:ext cx="12755880" cy="1554480"/>
          </a:xfrm>
          <a:prstGeom prst="wave">
            <a:avLst/>
          </a:prstGeom>
          <a:solidFill>
            <a:srgbClr val="E6ECF3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2331720"/>
            <a:ext cx="1463040" cy="1463040"/>
          </a:xfrm>
          <a:prstGeom prst="ellipse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82549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[Facet 1]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75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this facet is and the image to use]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08960" y="2697480"/>
            <a:ext cx="1463040" cy="1463040"/>
          </a:xfrm>
          <a:prstGeom prst="ellipse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4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319125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88920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[Facet 2]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788920" y="5175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this facet is and the image to use]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362956" y="2907792"/>
            <a:ext cx="1463040" cy="1463040"/>
          </a:xfrm>
          <a:prstGeom prst="ellipse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8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3401568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42916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[Facet 3]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042916" y="5175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this facet is and the image to use]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616952" y="2697480"/>
            <a:ext cx="1463040" cy="1463040"/>
          </a:xfrm>
          <a:prstGeom prst="ellipse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2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319125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96912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57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[Facet 4]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296912" y="5175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this facet is and the image to use]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9857232" y="2331720"/>
            <a:ext cx="1463040" cy="1463040"/>
          </a:xfrm>
          <a:prstGeom prst="ellipse">
            <a:avLst/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6" name="Image 4" descr="/home/user/Tina/template-bank/assets/camera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282549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537192" y="4892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[Facet 5]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9537192" y="51755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[two lines — what this facet is and the image to use]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0" name="Image 5" descr="/home/user/Tina/template-bank/assets/lightbulb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parallel facets deserve equal weight — the wave keeps them one family while each keeps its own name and note.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K4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Rows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Image-text, then text-image — the magazine spread that never tires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5B76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· BALANCED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977640" cy="2240280"/>
          </a:xfrm>
          <a:prstGeom prst="roundRect">
            <a:avLst>
              <a:gd name="adj" fmla="val 244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1" y="2159813"/>
            <a:ext cx="627278" cy="62727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2648" y="2747772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crop, one subject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800600" y="1600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head — the first idea]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00600" y="1965960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paragraph · 2–3 sentences that this image illustrates. Write the paragraph first, then choose the image that proves it — never the reverse.]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88036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[detail line — one fact, date, or number worth pulling out]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3931920"/>
            <a:ext cx="11183112" cy="0"/>
          </a:xfrm>
          <a:prstGeom prst="line">
            <a:avLst/>
          </a:prstGeom>
          <a:noFill/>
          <a:ln w="12700">
            <a:solidFill>
              <a:srgbClr val="D3D8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41605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head — the second idea]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526280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[Short paragraph · 2–3 sentences. Alternating sides keeps the reading rhythm — eye lands on image, slides to text, and back.]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5440680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[detail line — one fact, date, or number worth pulling out]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708392" y="4041648"/>
            <a:ext cx="3977640" cy="2240280"/>
          </a:xfrm>
          <a:prstGeom prst="roundRect">
            <a:avLst>
              <a:gd name="adj" fmla="val 244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8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3573" y="4720133"/>
            <a:ext cx="627278" cy="62727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818120" y="5308092"/>
            <a:ext cx="3758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crop, one subject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1" name="Image 2" descr="/home/user/Tina/template-bank/assets/lightbulb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ideas each deserve a paragraph and a picture — alternate the sides and the page reads itself.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9E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B5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0" y="8686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2070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Image-Led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19659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Galleries, journeys, and collections — many images arranged with intent, text reduced to captions that name what each picture proves. The pictures carry it.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83384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7" name="Image 0" descr="/home/user/Tina/template-bank/assets/film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2840" y="3465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078328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Film Strip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078328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in frames, captions running beneath.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96432" y="3246120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" descr="/home/user/Tina/template-bank/assets/shapes-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3465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91376" y="3410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Fan Spread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91376" y="372160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images fanned like a hand of cards.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383384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2" descr="/home/user/Tina/template-bank/assets/grid-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840" y="490118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78328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· Mosaic + Text Tile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3078328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gallery grid with one tile that talks.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196432" y="4681728"/>
            <a:ext cx="3611880" cy="1207008"/>
          </a:xfrm>
          <a:prstGeom prst="roundRect">
            <a:avLst>
              <a:gd name="adj" fmla="val 5303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3" descr="/home/user/Tina/template-bank/assets/image-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490118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9137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· Gallery Wall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6891376" y="515721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4E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frames hung from a rail.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L1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Strip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journey in four frames — the strip implies time so you don't have to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IMAGE-LED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37160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[Intro line — name the journey these frames walk through, start to finish.]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1828800"/>
            <a:ext cx="12198096" cy="26974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76656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6656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88720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00784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00784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212848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212848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724912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24912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236976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36976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749040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749040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61104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261104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73168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285232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285232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797296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97296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09360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21424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21424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33488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333488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45552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45552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57616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57616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869680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69680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381744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381744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893808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893808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405872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405872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917936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0917936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430000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1430000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942064" y="1956816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942064" y="4270248"/>
            <a:ext cx="146304" cy="128016"/>
          </a:xfrm>
          <a:prstGeom prst="roundRect">
            <a:avLst>
              <a:gd name="adj" fmla="val 21429"/>
            </a:avLst>
          </a:prstGeom>
          <a:solidFill>
            <a:srgbClr val="FFFFFF">
              <a:alpha val="7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224028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5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107" y="2787091"/>
            <a:ext cx="524866" cy="524866"/>
          </a:xfrm>
          <a:prstGeom prst="rect">
            <a:avLst/>
          </a:prstGeom>
        </p:spPr>
      </p:pic>
      <p:sp>
        <p:nvSpPr>
          <p:cNvPr id="59" name="Text 56"/>
          <p:cNvSpPr txBox="1"/>
          <p:nvPr/>
        </p:nvSpPr>
        <p:spPr>
          <a:xfrm>
            <a:off x="886968" y="33238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frame 1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77724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[Frame 1 — moment name]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777240" y="5138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happens here, one line]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3703320" y="224028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63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87" y="2787091"/>
            <a:ext cx="524866" cy="524866"/>
          </a:xfrm>
          <a:prstGeom prst="rect">
            <a:avLst/>
          </a:prstGeom>
        </p:spPr>
      </p:pic>
      <p:sp>
        <p:nvSpPr>
          <p:cNvPr id="64" name="Text 60"/>
          <p:cNvSpPr txBox="1"/>
          <p:nvPr/>
        </p:nvSpPr>
        <p:spPr>
          <a:xfrm>
            <a:off x="3813048" y="33238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frame 2</a:t>
            </a:r>
            <a:endParaRPr lang="en-US" sz="900" dirty="0"/>
          </a:p>
        </p:txBody>
      </p:sp>
      <p:sp>
        <p:nvSpPr>
          <p:cNvPr id="65" name="Text 61"/>
          <p:cNvSpPr txBox="1"/>
          <p:nvPr/>
        </p:nvSpPr>
        <p:spPr>
          <a:xfrm>
            <a:off x="370332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[Frame 2 — moment name]</a:t>
            </a:r>
            <a:endParaRPr lang="en-US" sz="1200" dirty="0"/>
          </a:p>
        </p:txBody>
      </p:sp>
      <p:sp>
        <p:nvSpPr>
          <p:cNvPr id="66" name="Text 62"/>
          <p:cNvSpPr txBox="1"/>
          <p:nvPr/>
        </p:nvSpPr>
        <p:spPr>
          <a:xfrm>
            <a:off x="3703320" y="5138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happens here, one line]</a:t>
            </a:r>
            <a:endParaRPr lang="en-US" sz="950" dirty="0"/>
          </a:p>
        </p:txBody>
      </p:sp>
      <p:sp>
        <p:nvSpPr>
          <p:cNvPr id="67" name="Shape 63"/>
          <p:cNvSpPr/>
          <p:nvPr/>
        </p:nvSpPr>
        <p:spPr>
          <a:xfrm>
            <a:off x="6629400" y="224028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68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267" y="2787091"/>
            <a:ext cx="524866" cy="524866"/>
          </a:xfrm>
          <a:prstGeom prst="rect">
            <a:avLst/>
          </a:prstGeom>
        </p:spPr>
      </p:pic>
      <p:sp>
        <p:nvSpPr>
          <p:cNvPr id="69" name="Text 64"/>
          <p:cNvSpPr txBox="1"/>
          <p:nvPr/>
        </p:nvSpPr>
        <p:spPr>
          <a:xfrm>
            <a:off x="6739128" y="33238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frame 3</a:t>
            </a:r>
            <a:endParaRPr lang="en-US" sz="900" dirty="0"/>
          </a:p>
        </p:txBody>
      </p:sp>
      <p:sp>
        <p:nvSpPr>
          <p:cNvPr id="70" name="Text 65"/>
          <p:cNvSpPr txBox="1"/>
          <p:nvPr/>
        </p:nvSpPr>
        <p:spPr>
          <a:xfrm>
            <a:off x="662940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[Frame 3 — moment name]</a:t>
            </a:r>
            <a:endParaRPr lang="en-US" sz="1200" dirty="0"/>
          </a:p>
        </p:txBody>
      </p:sp>
      <p:sp>
        <p:nvSpPr>
          <p:cNvPr id="71" name="Text 66"/>
          <p:cNvSpPr txBox="1"/>
          <p:nvPr/>
        </p:nvSpPr>
        <p:spPr>
          <a:xfrm>
            <a:off x="6629400" y="5138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happens here, one line]</a:t>
            </a:r>
            <a:endParaRPr lang="en-US" sz="950" dirty="0"/>
          </a:p>
        </p:txBody>
      </p:sp>
      <p:sp>
        <p:nvSpPr>
          <p:cNvPr id="72" name="Shape 67"/>
          <p:cNvSpPr/>
          <p:nvPr/>
        </p:nvSpPr>
        <p:spPr>
          <a:xfrm>
            <a:off x="9555480" y="2240280"/>
            <a:ext cx="2514600" cy="1874520"/>
          </a:xfrm>
          <a:prstGeom prst="roundRect">
            <a:avLst>
              <a:gd name="adj" fmla="val 2927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73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0347" y="2787091"/>
            <a:ext cx="524866" cy="524866"/>
          </a:xfrm>
          <a:prstGeom prst="rect">
            <a:avLst/>
          </a:prstGeom>
        </p:spPr>
      </p:pic>
      <p:sp>
        <p:nvSpPr>
          <p:cNvPr id="74" name="Text 68"/>
          <p:cNvSpPr txBox="1"/>
          <p:nvPr/>
        </p:nvSpPr>
        <p:spPr>
          <a:xfrm>
            <a:off x="9665208" y="3323844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frame 4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9555480" y="48463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[Frame 4 — moment name]</a:t>
            </a:r>
            <a:endParaRPr lang="en-US" sz="1200" dirty="0"/>
          </a:p>
        </p:txBody>
      </p:sp>
      <p:sp>
        <p:nvSpPr>
          <p:cNvPr id="76" name="Text 70"/>
          <p:cNvSpPr txBox="1"/>
          <p:nvPr/>
        </p:nvSpPr>
        <p:spPr>
          <a:xfrm>
            <a:off x="9555480" y="51389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— what happens here, one line]</a:t>
            </a:r>
            <a:endParaRPr lang="en-US" sz="950" dirty="0"/>
          </a:p>
        </p:txBody>
      </p:sp>
      <p:sp>
        <p:nvSpPr>
          <p:cNvPr id="77" name="Shape 71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78" name="Image 4" descr="/home/user/Tina/template-bank/assets/lightbulb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79" name="Text 72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belong in strict order and the pictures carry them — the strip says 'time passes' before a single word is read.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L2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Spread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images fanned like a hand of cards — a collection with one center of gravity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IMAGE-LED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rot="-3120000">
            <a:off x="2834790" y="2736373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2866" y="3618769"/>
            <a:ext cx="47548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 rot="-1560000">
            <a:off x="3905820" y="186907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896" y="2751466"/>
            <a:ext cx="475488" cy="4754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48656" y="1559052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2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441448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 rot="1560000">
            <a:off x="6591492" y="1869070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4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568" y="2751466"/>
            <a:ext cx="475488" cy="47548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 rot="3120000">
            <a:off x="7662522" y="2736373"/>
            <a:ext cx="1691640" cy="2240280"/>
          </a:xfrm>
          <a:prstGeom prst="roundRect">
            <a:avLst>
              <a:gd name="adj" fmla="val 3243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6" name="Image 4" descr="/home/user/Tina/template-bank/assets/camera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0598" y="3618769"/>
            <a:ext cx="475488" cy="47548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294376" y="4315968"/>
            <a:ext cx="1600200" cy="1600200"/>
          </a:xfrm>
          <a:prstGeom prst="ellipse">
            <a:avLst/>
          </a:prstGeom>
          <a:solidFill>
            <a:srgbClr val="9E3B3B"/>
          </a:solidFill>
          <a:ln/>
          <a:effectLst>
            <a:outerShdw sx="100000" sy="100000" kx="0" ky="0" algn="bl" rotWithShape="0" blurRad="76200" dist="25400" dir="5400000">
              <a:srgbClr val="9AA3B2">
                <a:alpha val="35000"/>
              </a:srgbClr>
            </a:outerShdw>
          </a:effectLst>
        </p:spPr>
      </p:sp>
      <p:sp>
        <p:nvSpPr>
          <p:cNvPr id="18" name="Text 11"/>
          <p:cNvSpPr txBox="1"/>
          <p:nvPr/>
        </p:nvSpPr>
        <p:spPr>
          <a:xfrm>
            <a:off x="5294376" y="472744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name]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2286000" y="6053328"/>
            <a:ext cx="7616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 line — what unites the five cards, and the order to read them: left to right.]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21" name="Image 5" descr="/home/user/Tina/template-bank/assets/lightbulb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has no sequence but one shared identity — the fan says 'family' while each card stays its own picture.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L3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+ Text Tile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gallery grid where one tile talks — the text lives inside the mosaic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IMAGE-LED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8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777" y="2149937"/>
            <a:ext cx="619597" cy="6195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12648" y="2734056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as its neighbors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0936" y="3255264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" y="32552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70248" y="1481328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1F386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44568" y="1755648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[Collection name]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44568" y="22128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[Three lines — what unites these five images, what to notice in each, and the one you should remember.]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44568" y="329184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 images · one story]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37576" y="1481328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7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433" y="2149937"/>
            <a:ext cx="619597" cy="61959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147304" y="2734056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as its neighbors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65592" y="3255264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293608" y="32552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[caption]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02920" y="3822192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2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777" y="4490801"/>
            <a:ext cx="619597" cy="61959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12648" y="507492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as its neighbors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30936" y="559612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58952" y="55961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[caption]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4270248" y="3822192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7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105" y="4490801"/>
            <a:ext cx="619597" cy="61959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379976" y="507492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as its neighbors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98264" y="559612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526280" y="55961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[caption]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8037576" y="3822192"/>
            <a:ext cx="3639312" cy="2212848"/>
          </a:xfrm>
          <a:prstGeom prst="roundRect">
            <a:avLst>
              <a:gd name="adj" fmla="val 2479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2" name="Image 4" descr="/home/user/Tina/template-bank/assets/camera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7433" y="4490801"/>
            <a:ext cx="619597" cy="61959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147304" y="5074920"/>
            <a:ext cx="3419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treatment as its neighbors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165592" y="5596128"/>
            <a:ext cx="155448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D3D8E0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8293608" y="559612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[caption]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37" name="Image 5" descr="/home/user/Tina/template-bank/assets/lightbulb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pictures are the point but the set still needs a voice — embed one text tile and keep the grid unbroken.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L4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frames hung from a rail — five moments, casually formal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732520" y="384048"/>
            <a:ext cx="2953512" cy="402336"/>
          </a:xfrm>
          <a:prstGeom prst="roundRect">
            <a:avLst>
              <a:gd name="adj" fmla="val 18182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732520" y="384048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· IMAGE-LED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908792" cy="0"/>
          </a:xfrm>
          <a:prstGeom prst="line">
            <a:avLst/>
          </a:prstGeom>
          <a:noFill/>
          <a:ln w="317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60220" y="1645920"/>
            <a:ext cx="0" cy="640080"/>
          </a:xfrm>
          <a:prstGeom prst="line">
            <a:avLst/>
          </a:prstGeom>
          <a:noFill/>
          <a:ln w="12700">
            <a:solidFill>
              <a:srgbClr val="AEB7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2860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0" name="Image 0" descr="/home/user/Tina/template-bank/assets/camera-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394" y="2684678"/>
            <a:ext cx="409651" cy="40965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86968" y="31638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858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[Moment 1]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41148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caption]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000500" y="1645920"/>
            <a:ext cx="0" cy="1188720"/>
          </a:xfrm>
          <a:prstGeom prst="line">
            <a:avLst/>
          </a:prstGeom>
          <a:noFill/>
          <a:ln w="12700">
            <a:solidFill>
              <a:srgbClr val="AEB7C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17520" y="283464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16" name="Image 1" descr="/home/user/Tina/template-bank/assets/camera-g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74" y="3233318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127248" y="371246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834640" y="44074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[Moment 2]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834640" y="46634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caption]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95060" y="1645920"/>
            <a:ext cx="0" cy="457200"/>
          </a:xfrm>
          <a:prstGeom prst="line">
            <a:avLst/>
          </a:prstGeom>
          <a:noFill/>
          <a:ln w="12700">
            <a:solidFill>
              <a:srgbClr val="AEB7C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212080" y="210312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2" name="Image 2" descr="/home/user/Tina/template-bank/assets/camera-gr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234" y="2501798"/>
            <a:ext cx="409651" cy="4096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21808" y="298094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5029200" y="36758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[Moment 3]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0" y="39319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caption]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389620" y="1645920"/>
            <a:ext cx="0" cy="1325880"/>
          </a:xfrm>
          <a:prstGeom prst="line">
            <a:avLst/>
          </a:prstGeom>
          <a:noFill/>
          <a:ln w="12700">
            <a:solidFill>
              <a:srgbClr val="AEB7C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06640" y="29718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28" name="Image 3" descr="/home/user/Tina/template-bank/assets/camera-gr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794" y="3370478"/>
            <a:ext cx="409651" cy="40965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516368" y="384962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7223760" y="45445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[Moment 4]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7223760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caption]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0584180" y="1645920"/>
            <a:ext cx="0" cy="777240"/>
          </a:xfrm>
          <a:prstGeom prst="line">
            <a:avLst/>
          </a:prstGeom>
          <a:noFill/>
          <a:ln w="12700">
            <a:solidFill>
              <a:srgbClr val="AEB7C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01200" y="242316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3F4F7"/>
          </a:solidFill>
          <a:ln w="15875">
            <a:solidFill>
              <a:srgbClr val="B9C1CD"/>
            </a:solidFill>
            <a:prstDash val="dash"/>
          </a:ln>
        </p:spPr>
      </p:sp>
      <p:pic>
        <p:nvPicPr>
          <p:cNvPr id="34" name="Image 4" descr="/home/user/Tina/template-bank/assets/camera-gra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9354" y="2821838"/>
            <a:ext cx="409651" cy="4096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9710928" y="3300984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9418320" y="39959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[Moment 5]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418320" y="42519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[one-line caption]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502920" y="5806440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[Closing line — what this wall adds up to: the year, the team, the journey, the proof.]</a:t>
            </a:r>
            <a:endParaRPr lang="en-US" sz="1050" dirty="0"/>
          </a:p>
        </p:txBody>
      </p:sp>
      <p:sp>
        <p:nvSpPr>
          <p:cNvPr id="39" name="Shape 32"/>
          <p:cNvSpPr/>
          <p:nvPr/>
        </p:nvSpPr>
        <p:spPr>
          <a:xfrm>
            <a:off x="502920" y="6382512"/>
            <a:ext cx="310896" cy="310896"/>
          </a:xfrm>
          <a:prstGeom prst="ellipse">
            <a:avLst/>
          </a:prstGeom>
          <a:solidFill>
            <a:srgbClr val="F3F4F7"/>
          </a:solidFill>
          <a:ln/>
        </p:spPr>
      </p:sp>
      <p:pic>
        <p:nvPicPr>
          <p:cNvPr id="40" name="Image 5" descr="/home/user/Tina/template-bank/assets/lightbulb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872" y="6452464"/>
            <a:ext cx="170993" cy="170993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14400" y="63825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 </a:t>
            </a:r>
            <a:pPr indent="0" marL="0">
              <a:buNone/>
            </a:pPr>
            <a:r>
              <a:rPr lang="en-US" sz="10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honoring a set of moments — the stagger feels human, the rail keeps it a collection instead of clutter.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303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ways to marry words and pictures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241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who leads. Then fill the four text placeholders — title, definition, breakdown, captions — before you touch a single image.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1F386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837944"/>
            <a:ext cx="3639312" cy="35661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“WORDS LEAD”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J · TEXT-LED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 Concept intro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define, break down, ground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 Center image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orbits the thing itself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 Split hero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image, half words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 Statement + band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paragraph, evidence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5112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19" name="Shape 17"/>
          <p:cNvSpPr/>
          <p:nvPr/>
        </p:nvSpPr>
        <p:spPr>
          <a:xfrm>
            <a:off x="4325112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5B7699"/>
          </a:solidFill>
          <a:ln/>
        </p:spPr>
      </p:sp>
      <p:sp>
        <p:nvSpPr>
          <p:cNvPr id="20" name="Shape 18"/>
          <p:cNvSpPr/>
          <p:nvPr/>
        </p:nvSpPr>
        <p:spPr>
          <a:xfrm>
            <a:off x="4325112" y="1837944"/>
            <a:ext cx="3639312" cy="356616"/>
          </a:xfrm>
          <a:prstGeom prst="rect">
            <a:avLst/>
          </a:prstGeom>
          <a:solidFill>
            <a:srgbClr val="5B76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1144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“THEY SHARE”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K · BALANCED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  Tilted strips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results with momentum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81144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K2  Arc cascade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81144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visual journey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81144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  Wave circles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81144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facets, equal weight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581144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 Editorial rows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81144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magazine spread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47304" y="1481328"/>
            <a:ext cx="3639312" cy="4206240"/>
          </a:xfrm>
          <a:prstGeom prst="roundRect">
            <a:avLst>
              <a:gd name="adj" fmla="val 1759"/>
            </a:avLst>
          </a:prstGeom>
          <a:solidFill>
            <a:srgbClr val="F3F4F7"/>
          </a:solidFill>
          <a:ln/>
        </p:spPr>
      </p:sp>
      <p:sp>
        <p:nvSpPr>
          <p:cNvPr id="32" name="Shape 30"/>
          <p:cNvSpPr/>
          <p:nvPr/>
        </p:nvSpPr>
        <p:spPr>
          <a:xfrm>
            <a:off x="8147304" y="1481328"/>
            <a:ext cx="3639312" cy="713232"/>
          </a:xfrm>
          <a:prstGeom prst="roundRect">
            <a:avLst>
              <a:gd name="adj" fmla="val 8974"/>
            </a:avLst>
          </a:prstGeom>
          <a:solidFill>
            <a:srgbClr val="9E3B3B"/>
          </a:solidFill>
          <a:ln/>
        </p:spPr>
      </p:sp>
      <p:sp>
        <p:nvSpPr>
          <p:cNvPr id="33" name="Shape 31"/>
          <p:cNvSpPr/>
          <p:nvPr/>
        </p:nvSpPr>
        <p:spPr>
          <a:xfrm>
            <a:off x="8147304" y="1837944"/>
            <a:ext cx="3639312" cy="356616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03336" y="1572768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“PICTURES LEAD”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403336" y="19019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8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 · IMAGE-LED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8403336" y="244144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Film strip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403336" y="27066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frames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403336" y="321868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Fan spread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3336" y="348386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family of images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403336" y="399592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Mosaic + text tile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403336" y="426110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with a voice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03336" y="477316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 Gallery wall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403336" y="503834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on a rail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02920" y="6080760"/>
            <a:ext cx="11183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words first, then shoot for the frames — a layout filled text-first never ends up with orphan images.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+ Image Layout Bank</dc:title>
  <dc:subject>PptxGenJS Presentation</dc:subject>
  <dc:creator>L&amp;D Template Bank</dc:creator>
  <cp:lastModifiedBy>L&amp;D Template Bank</cp:lastModifiedBy>
  <cp:revision>1</cp:revision>
  <dcterms:created xsi:type="dcterms:W3CDTF">2026-08-30T13:52:59Z</dcterms:created>
  <dcterms:modified xsi:type="dcterms:W3CDTF">2026-08-30T13:52:59Z</dcterms:modified>
</cp:coreProperties>
</file>